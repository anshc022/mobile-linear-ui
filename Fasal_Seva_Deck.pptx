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Fasal Seva: Empowering Farmers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Technological Solutions for Modern Agriculture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real-time weather data</a:t>
            </a:r>
          </a:p>
          <a:p>
            <a:r>
              <a:t>• Inefficient supply chain management</a:t>
            </a:r>
          </a:p>
          <a:p>
            <a:r>
              <a:t>• Limited access to market prices</a:t>
            </a:r>
          </a:p>
          <a:p>
            <a:r>
              <a:t>• Crop disease identification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Fasal Seva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crop disease detection</a:t>
            </a:r>
          </a:p>
          <a:p>
            <a:r>
              <a:t>• Direct-to-market connection for farmers</a:t>
            </a:r>
          </a:p>
          <a:p>
            <a:r>
              <a:t>• Real-time weather alerts and advisory</a:t>
            </a:r>
          </a:p>
          <a:p>
            <a:r>
              <a:t>• Soil health monitoring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Addressable Market (TAM): $XX Billion</a:t>
            </a:r>
          </a:p>
          <a:p>
            <a:r>
              <a:t>• Serviceable Addressable Market (SAM): $XX Billion</a:t>
            </a:r>
          </a:p>
          <a:p>
            <a:r>
              <a:t>• Target Audience: Small to mid-sized farm 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Subscription model for premium advisory</a:t>
            </a:r>
          </a:p>
          <a:p>
            <a:r>
              <a:t>• Commission on marketplace transactions</a:t>
            </a:r>
          </a:p>
          <a:p>
            <a:r>
              <a:t>• Data analytics services for agri-businesses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Interface Mockup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[App Screenshot Placeholder]</a:t>
            </a:r>
          </a:p>
          <a:p>
            <a:r>
              <a:t>Dashboard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Q2 2026: Beta Launch in Select Regions</a:t>
            </a:r>
          </a:p>
          <a:p>
            <a:r>
              <a:t>• Q4 2026: Full Market Rollout</a:t>
            </a:r>
          </a:p>
          <a:p>
            <a:r>
              <a:t>• Q2 2027: Integration with IoT Sensors</a:t>
            </a:r>
          </a:p>
          <a:p>
            <a:r>
              <a:t>• Q4 2027: Expansion to Neighboring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Website: www.fasalseva.com</a:t>
            </a:r>
          </a:p>
          <a:p>
            <a:r>
              <a:t>Email: contact@fasalseva.com</a:t>
            </a:r>
          </a:p>
          <a:p>
            <a:r>
              <a:t>Phone: +91-XXXXXXXXXX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