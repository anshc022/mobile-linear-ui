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com/photo-1625246333195-58f21671810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com/photo-1530263503756-b3814a5e7306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com/photo-1592983213044-645348888b1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com/photo-1581091226825-a6a2a5aee158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com/photo-1500937386664-56d1dfef3854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Fasal Seva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Kheti Hogi Smart.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AI-Powered Voice Assistant for the Indian Farmer.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Fasal Seva |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&amp; Information Gap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of farmers rely on guesswork. Unpredictable weather and pests destroy yields. Complex tech is inaccessible.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Fasal Seva |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Fasal Seva: Voice-First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Talk. No typing. AI diagnosis, weather alerts, and crop advice in local languages (Hindi/Tamil).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Fasal Seva |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+ IoT +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NDVI health maps from space. Ground-truth from IoT sensors. Calibrated for hyper-local accuracy.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Fasal Seva |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Kheti for Every Khet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Democratizing data. Increasing yields. 100% Free. Building the operating system for the next Green Revolution.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Fasal Seva |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2026-03-06T06:55:48Z</dcterms:created>
  <dcterms:modified xsi:type="dcterms:W3CDTF">2026-03-06T06:55:48Z</dcterms:modified>
</cp:coreProperties>
</file>